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Monitoring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Internet of Things (IoT)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0" y="2468880"/>
            <a:ext cx="2743200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42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IoT Internship  |  B.Tech Information Technology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Sathyabama Institute of Science and Technology  |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35661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</a:t>
            </a:r>
            <a:endParaRPr lang="en-US" sz="15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IoT?</a:t>
            </a:r>
            <a:endParaRPr lang="en-US" sz="15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Need for IoT in Healthcare</a:t>
            </a:r>
            <a:endParaRPr lang="en-US" sz="15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Components of the System</a:t>
            </a:r>
            <a:endParaRPr lang="en-US" sz="15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Working Process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051560"/>
            <a:ext cx="4023360" cy="35661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Applications</a:t>
            </a:r>
            <a:endParaRPr lang="en-US" sz="15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Advantages &amp; Challenges</a:t>
            </a:r>
            <a:endParaRPr lang="en-US" sz="15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Future Scope</a:t>
            </a:r>
            <a:endParaRPr lang="en-US" sz="15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Personal Learning &amp; Conclusion</a:t>
            </a:r>
            <a:endParaRPr lang="en-US" sz="15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References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22860" cy="347472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48508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🏥 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Healthcare Monitoring?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762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monitoring involves the continuous observation of a patient's vital signs and health parameters to detect conditions early and enable timely medical decisions.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in Traditional Healthcare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840480" cy="22860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waiting times at hospitals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diagnosis due to manual monitoring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in rural areas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of in-patient monitoring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IoT is the Answer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423160"/>
            <a:ext cx="4114800" cy="22860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continuous data collection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from anywhere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to medical staff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and cost-effective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62272" y="2103120"/>
            <a:ext cx="22860" cy="2651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48508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What is IoT?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of Things (IoT) is a network of physical devices embedded with sensors and software that collect and exchange data via the internet — enabling smarter, connected environments.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3564" y="18288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3564" y="18288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6292" y="182880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19172" y="18288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9172" y="18288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71900" y="182880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54780" y="18288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54780" y="18288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07508" y="182880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90388" y="18288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0388" y="18288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43116" y="182880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25996" y="18288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25996" y="18288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450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Data Flow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8229600" cy="16916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Actuators  —  collect physical health data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(Wi-Fi / 4G / Bluetooth)  —  transmit data to the cloud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  —  store, process, and analyse incoming data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 —  mobile apps and doctor dashboards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0" y="48508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❤️  Healthcare Monitoring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10972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8056" y="12070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💓  Heart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1572768"/>
            <a:ext cx="2432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BPM tracking; alerts on arrhythmia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2070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🩸  Blood Pressure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55848" y="1572768"/>
            <a:ext cx="2432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cuffs send systolic/diastolic readings remotely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53912" y="10972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2070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💉  Blood Glucose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1572768"/>
            <a:ext cx="2432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CGMs eliminate finger-prick tests in real 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" y="267004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" y="27797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🫁  Oxygen (SpO2)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" y="3145536"/>
            <a:ext cx="2432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oximeters detect dangerous drops instantly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46120" y="267004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55848" y="27797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⌚  Smart Watch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3145536"/>
            <a:ext cx="2432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ECG, SpO2, fall detection in one wrist device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53912" y="267004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27797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🚨  Emergency Alerts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145536"/>
            <a:ext cx="2432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GPS-enabled dispatch &amp; automatic ER notification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0" y="48508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 System Architecture &amp; Working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5286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528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Patient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1221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145286"/>
            <a:ext cx="5943600" cy="5669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Wears device continuously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87168" y="1428750"/>
            <a:ext cx="16459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1876806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87680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Sensor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44373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1876806"/>
            <a:ext cx="5943600" cy="5669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bio-signals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87168" y="2160270"/>
            <a:ext cx="16459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" y="2608326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60832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Wi-Fi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17525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2608326"/>
            <a:ext cx="5943600" cy="5669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data securely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87168" y="2891790"/>
            <a:ext cx="16459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65760" y="3339846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33984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90677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34640" y="3339846"/>
            <a:ext cx="5943600" cy="5669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analyses data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87168" y="3623310"/>
            <a:ext cx="16459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65760" y="4071366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07136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071366"/>
            <a:ext cx="5943600" cy="5669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reviews &amp; acts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487168" y="4354830"/>
            <a:ext cx="16459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651760" y="1051560"/>
            <a:ext cx="22860" cy="38404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48508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Advantages &amp;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Advantages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Challenges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3931920" cy="33832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24/7 patient monitoring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detection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unnecessary hospital visits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data-driven medical decisions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healthcare delivery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long-term healthcare costs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536192"/>
            <a:ext cx="3931920" cy="33832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and patient consent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vulnerabilities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internet connectivity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sensor or device failure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initial implementation cost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maintenance &amp; calibration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62272" y="1005840"/>
            <a:ext cx="22860" cy="393192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48508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1078992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8056" y="11704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AI &amp; 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1536192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disease onset days in advance from continuous IoT data streams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78992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1704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🧬  Digital Twins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55848" y="1536192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treatment outcomes on a virtual replica of the patient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53912" y="1078992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1704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🏥  Smart Hospitals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1536192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IoT-managed patient flow, drug inventory, and scheduling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" y="2542032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" y="26334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🔪  Telesurgery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" y="2999232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surgery over 5G with near-zero latency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46120" y="2542032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55848" y="26334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🚑  Smart Ambulances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2999232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treatment en route, transmit vitals to the ER in real 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53912" y="2542032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26334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📡  5G Healthcare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999232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 enabling seamless remote monitoring at scale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0" y="48508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Personal Learning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  Personal Learning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572768"/>
          </a:xfrm>
          <a:prstGeom prst="roundRect">
            <a:avLst>
              <a:gd name="adj" fmla="val 4651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1463040"/>
          </a:xfrm>
          <a:prstGeom prst="rect">
            <a:avLst/>
          </a:prstGeom>
          <a:noFill/>
          <a:ln/>
        </p:spPr>
        <p:txBody>
          <a:bodyPr wrap="square" lIns="50800" tIns="0" rIns="0" bIns="5080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this report taught me how IoT bridges software and hardware to solve real healthcare problems. I found it fascinating that a tiny wrist sensor can feed data to a cloud server that alerts a doctor within seconds. As an IT student, I saw clear connections between what I study — networking, databases, programming — and how real-world health systems are built. This research has deepened my interest in embedded systems and smart healthcare solutions.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035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🏁  Conclusion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is transforming healthcare from reactive to proactive — enabling continuous monitoring, early detection, and remote care delivery. While challenges around privacy and security must be addressed, the future of IoT in healthcare — powered by AI, 5G, and robotics — promises smarter, more accessible, and more personalized medicine for all.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48508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 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8229600" cy="3840480"/>
          </a:xfrm>
          <a:prstGeom prst="rect">
            <a:avLst/>
          </a:prstGeom>
          <a:noFill/>
          <a:ln/>
        </p:spPr>
        <p:txBody>
          <a:bodyPr wrap="square" lIns="50800" tIns="0" rIns="0" bIns="5080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World Health Organization (WHO). Digital Health Strategy 2020–2025. https://www.who.int/health-topics/digital-health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IBM Corporation. IoT in Healthcare. https://www.ibm.com/topics/iot-healthcare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Microsoft Azure. Azure IoT for Healthcare Solutions. https://azure.microsoft.com/solutions/healthcare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Cisco Systems. Cisco IoT in Healthcare. https://www.cisco.com/c/en/us/solutions/industries/healthcare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Ray, P. P. (2018). Survey on IoT Architectures. Journal of King Saud University. IEEE Xplore.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Islam, S. M. R., et al. (2015). The Internet of Things for Health Care. IEEE Access, 3, 678–708.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Habibzadeh, H., et al. (2020). A Survey of Healthcare IoT (HIoT). NCBI / PMC.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Grand View Research. (2024). IoT in Healthcare Market Trends 2023–2030.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4796028"/>
            <a:ext cx="841248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143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CodeAlpha IoT Internship  |  July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Monitoring Using IoT</dc:title>
  <dc:subject>PptxGenJS Presentation</dc:subject>
  <dc:creator>PptxGenJS</dc:creator>
  <cp:lastModifiedBy>PptxGenJS</cp:lastModifiedBy>
  <cp:revision>1</cp:revision>
  <dcterms:created xsi:type="dcterms:W3CDTF">2026-07-02T02:28:14Z</dcterms:created>
  <dcterms:modified xsi:type="dcterms:W3CDTF">2026-07-02T02:28:14Z</dcterms:modified>
</cp:coreProperties>
</file>